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40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428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294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05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2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18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11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158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89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18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230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2700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298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867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404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62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14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B784E2C-1BDD-4F8A-883A-094D42779C67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AF14B-0DF7-424F-80B1-3A028CC9A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662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9928F-84A9-46DB-8502-DCB24EB20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Титульный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BAFE6A2-7EF5-4E00-87FC-DC2AC315D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525766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ru-RU" sz="3600" b="1" i="0" dirty="0">
                <a:solidFill>
                  <a:srgbClr val="0F1115"/>
                </a:solidFill>
                <a:effectLst/>
                <a:latin typeface="quote-cjk-patch"/>
              </a:rPr>
              <a:t>Разработка информационной системы «Картотека поликлиники»</a:t>
            </a:r>
            <a:endParaRPr lang="ru-RU" sz="3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3600" b="1" i="0" dirty="0">
                <a:solidFill>
                  <a:srgbClr val="0F1115"/>
                </a:solidFill>
                <a:effectLst/>
                <a:latin typeface="quote-cjk-patch"/>
              </a:rPr>
              <a:t>Выпускная квалификационная работа</a:t>
            </a:r>
            <a:endParaRPr lang="ru-RU" sz="3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3600" b="0" i="0" dirty="0">
                <a:solidFill>
                  <a:srgbClr val="0F1115"/>
                </a:solidFill>
                <a:effectLst/>
                <a:latin typeface="quote-cjk-patch"/>
              </a:rPr>
              <a:t>Студент: Ковалев Александр Сергеевич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3600" b="0" i="0" dirty="0">
                <a:solidFill>
                  <a:srgbClr val="0F1115"/>
                </a:solidFill>
                <a:effectLst/>
                <a:latin typeface="quote-cjk-patch"/>
              </a:rPr>
              <a:t>Группа: 22ИСИП(1)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3600" b="0" i="0" dirty="0">
                <a:solidFill>
                  <a:srgbClr val="0F1115"/>
                </a:solidFill>
                <a:effectLst/>
                <a:latin typeface="quote-cjk-patch"/>
              </a:rPr>
              <a:t>Специальность: 09.02.07 Информационные системы и программирование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3600" b="0" i="0" dirty="0">
                <a:solidFill>
                  <a:srgbClr val="0F1115"/>
                </a:solidFill>
                <a:effectLst/>
                <a:latin typeface="quote-cjk-patch"/>
              </a:rPr>
              <a:t>Руководитель: [ФИО руководителя]</a:t>
            </a:r>
          </a:p>
        </p:txBody>
      </p:sp>
    </p:spTree>
    <p:extLst>
      <p:ext uri="{BB962C8B-B14F-4D97-AF65-F5344CB8AC3E}">
        <p14:creationId xmlns:p14="http://schemas.microsoft.com/office/powerpoint/2010/main" val="367672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327B9-6869-4BF6-A141-6C70931D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Актуальность исследования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1313BF-0DFF-4EC2-B33A-14695849F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7522" cy="449226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Современное здравоохранение требует автоматизации процессов управления медицинскими данными.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Существующие системы часто: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обладают ограниченной функциональностью;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 учитывают специфику конкретной поликлиники;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требуют ручного ввода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Результат: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снижение качества обслуживания, очереди, ошибки 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02782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3736FF-7E95-4223-810F-3804BD8E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Объект, предмет, цель, задачи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63F073-8961-48AE-9522-41C7ADFB2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083425" cy="466872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Объект исследования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информационная система для автоматизации учета медицинских карт в поликлинике.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Предмет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требования, проектирование и реализация этой системы.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работы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создать эффективный инструмент для управления медицинскими данными.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достижения цели были поставлены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четыре задачи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Проанализировать существующие системы в здравоохранении.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Определить требования к новой системе.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Спроектировать архитектуру.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Разработать и протестировать программное обеспечение.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Первая задача — анализ существующих решений — уже выполнена, и о ее результатах я сейчас доложу.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029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46574-A2BB-4B82-976A-CC9E6C6C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0F1115"/>
                </a:solidFill>
                <a:effectLst/>
                <a:latin typeface="quote-cjk-patch"/>
              </a:rPr>
              <a:t>Обзор существующих картотек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1ABCF-1B7B-4286-9F74-4D55542DB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ходе анализа я рассмотрел три типа систем, которые сегодня используются в поликлиниках.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Первый тип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бумажные картотеки. Их главный минус: карты теряются, портятся, а доступ к информации занимает много времени.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Второй тип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клиент-серверные информационные системы. Они обеспечивают централизованное хранение данных и доступ с разных рабочих мест. Это уже лучше, но часто такие системы сложны в настройке.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Третий тип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облачные решения. Они масштабируемы, но требуют надежного интернета и вызывают вопросы по безопасности данных.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Современные системы, как правило, включают четыре ключевых модуля: электронная медицинская карта, запись на прием, интеграция с лабораториями и отчетность.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56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10B24-990C-4628-B671-A3E9FD69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Сравнительный анализ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0CE741-E1D5-4339-9CFF-5A0DABD5E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Далее я провел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сравнительный анализ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 нескольким критериям.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Коммерческие системы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(например, МИС) имеют широкий функционал и поддержку стандартов, но стоят дорого и сложны в кастомизации.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Открытые системы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(такие как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OpenEMR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 дешевы и гибки, но требуют квалифицированной поддержки и часто имеют только базовый функционал.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Малые специализированные системы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просты и недороги, но не масштабируются и плохо интегрируются с внешними службами.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Вывод для моего проекта: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оптимальной является модульная система с поддержкой стандарта FHIR, удобным интерфейсом и разумной стоимостью.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842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B218F-0C94-4425-8F10-BB03FDF7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Преимущества и недостатки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0E9E0-27DF-44F7-BAB1-B8AF3798D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Анализ также позволил выделить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преимущества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внедрения ИС: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скорость поиска информации;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автоматизация рутинных задач;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структурирование данных;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возможность онлайн-записи и напоминаний.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Однако есть и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существенные недостатки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высокая стоимость внедрения;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риск зависимости от одного поставщика, так называемый вендор-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лок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проблемы совместимости с лабораториями;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 главное — сопротивление персонала новым технологиям.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0468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EB7A9-AF28-4B21-85A3-8B9AA7C1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Рекомендации по снижению рисков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3AE5E-BD6D-44DB-AD68-E42BF6C96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снижения этих рисков я предлагаю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практические меры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использовать поэтапное внедрение;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применять открытые API для исключения зависимости от поставщика;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 обязательно проводить обучение персонала с предоставлением простой и понятной документации.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32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0FD97-D26E-41A3-B78E-F30E36670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Выводы по Главе 1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93E08F-86A0-4C26-B805-DCA5D0439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Подводя итог первой главы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можно сделать три основных вывода.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Первый: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переход на электронные картотеки — это объективная необходимость для современной поликлиники.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Второй: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существующие системы имеют как сильные стороны, так и ограничения, и ни одна из них не является идеальной для всех случаев.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Третий: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успех внедрения зависит не только от программного обеспечения, но и от организационных мер — обучения персонала и управления изменениями.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6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AF199-9DFA-4DD5-A3B4-CE77A8192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Планы на следующую главу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71E9EC-932B-4204-914C-95B355673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 следующей главе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я планирую: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сформировать детальные требования к проектируемой системе;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спроектировать её архитектуру;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выбрать технологический стек;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 разработать прототип интерфейса для врача, регистратуры и администратора.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638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D25B9-D6C6-440A-9C56-8EAF40A19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DE9FB2-BBB6-4836-B25D-3D81B0DE3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232" y="2726775"/>
            <a:ext cx="8946541" cy="975213"/>
          </a:xfrm>
        </p:spPr>
        <p:txBody>
          <a:bodyPr/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Доклад окончен. Спасибо за внимание! Готов ответить на ваши вопросы.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6488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614</Words>
  <Application>Microsoft Office PowerPoint</Application>
  <PresentationFormat>Широкоэкранный</PresentationFormat>
  <Paragraphs>62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quote-cjk-patch</vt:lpstr>
      <vt:lpstr>Wingdings 3</vt:lpstr>
      <vt:lpstr>Ион</vt:lpstr>
      <vt:lpstr>Титульный</vt:lpstr>
      <vt:lpstr>Актуальность исследования  </vt:lpstr>
      <vt:lpstr>Объект, предмет, цель, задачи </vt:lpstr>
      <vt:lpstr>Обзор существующих картотек</vt:lpstr>
      <vt:lpstr>Сравнительный анализ </vt:lpstr>
      <vt:lpstr>Преимущества и недостатки </vt:lpstr>
      <vt:lpstr>Рекомендации по снижению рисков </vt:lpstr>
      <vt:lpstr>Выводы по Главе 1 </vt:lpstr>
      <vt:lpstr>Планы на следующую главу 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</dc:title>
  <dc:creator>Саша Ковалев</dc:creator>
  <cp:lastModifiedBy>Саша Ковалев</cp:lastModifiedBy>
  <cp:revision>2</cp:revision>
  <dcterms:created xsi:type="dcterms:W3CDTF">2026-04-16T13:41:41Z</dcterms:created>
  <dcterms:modified xsi:type="dcterms:W3CDTF">2026-04-16T13:52:50Z</dcterms:modified>
</cp:coreProperties>
</file>